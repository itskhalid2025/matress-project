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44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779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319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080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68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46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570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52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2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331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60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97E25-1AC6-4C7B-AB2B-72E4E0E646B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05DB0-B671-4E93-8D3E-5E37DA106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05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8426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SUMMARY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31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SIDE CAMERA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3173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QR CODE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101" y="2271024"/>
            <a:ext cx="3153215" cy="26292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01" y="5059261"/>
            <a:ext cx="3224662" cy="100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22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6419" y="1776266"/>
            <a:ext cx="3620005" cy="23053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19" y="4442113"/>
            <a:ext cx="54197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813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BILL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088" y="1529565"/>
            <a:ext cx="4444419" cy="252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393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CAMERA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736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CORNER LABEL 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350" y="1835003"/>
            <a:ext cx="2152950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4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DASHBOARD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770" y="1542992"/>
            <a:ext cx="8417557" cy="4351338"/>
          </a:xfrm>
        </p:spPr>
      </p:pic>
    </p:spTree>
    <p:extLst>
      <p:ext uri="{BB962C8B-B14F-4D97-AF65-F5344CB8AC3E}">
        <p14:creationId xmlns:p14="http://schemas.microsoft.com/office/powerpoint/2010/main" val="3412793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385" y="4473"/>
            <a:ext cx="10515600" cy="1325563"/>
          </a:xfrm>
        </p:spPr>
        <p:txBody>
          <a:bodyPr/>
          <a:lstStyle/>
          <a:p>
            <a:r>
              <a:rPr lang="en-US" dirty="0" smtClean="0"/>
              <a:t>HISTORY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663" y="667254"/>
            <a:ext cx="5787044" cy="5808530"/>
          </a:xfrm>
        </p:spPr>
      </p:pic>
    </p:spTree>
    <p:extLst>
      <p:ext uri="{BB962C8B-B14F-4D97-AF65-F5344CB8AC3E}">
        <p14:creationId xmlns:p14="http://schemas.microsoft.com/office/powerpoint/2010/main" val="3196937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45093"/>
            <a:ext cx="10515600" cy="171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33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</Words>
  <Application>Microsoft Office PowerPoint</Application>
  <PresentationFormat>Widescreen</PresentationFormat>
  <Paragraphs>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PROJECT SUMMARY</vt:lpstr>
      <vt:lpstr>SIDE CAMERA</vt:lpstr>
      <vt:lpstr>QR CODE</vt:lpstr>
      <vt:lpstr>TEXTURE</vt:lpstr>
      <vt:lpstr>BILL</vt:lpstr>
      <vt:lpstr>TOP CAMERA</vt:lpstr>
      <vt:lpstr>CORNER LABEL </vt:lpstr>
      <vt:lpstr>DASHBOARD</vt:lpstr>
      <vt:lpstr>HISTORY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2026-08-05T02:12:34Z</dcterms:created>
  <dcterms:modified xsi:type="dcterms:W3CDTF">2026-08-05T02:25:30Z</dcterms:modified>
</cp:coreProperties>
</file>